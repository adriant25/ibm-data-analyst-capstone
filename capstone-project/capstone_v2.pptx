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99" d="100"/>
          <a:sy n="99" d="100"/>
        </p:scale>
        <p:origin x="72" y="8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  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Emerging Technology Trends: Insights from the Stack Overflow Developer Survey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Jaiverth Adrian Tovar Lozada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March 21, 2026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Summarize key findings here</a:t>
            </a:r>
          </a:p>
          <a:p>
            <a:r>
              <a:rPr lang="en-US" sz="2200" dirty="0"/>
              <a:t>Point1</a:t>
            </a:r>
          </a:p>
          <a:p>
            <a:r>
              <a:rPr lang="en-US" sz="2200" dirty="0"/>
              <a:t>Point2</a:t>
            </a:r>
          </a:p>
          <a:p>
            <a:pPr lvl="1"/>
            <a:r>
              <a:rPr lang="en-US" sz="1800" dirty="0"/>
              <a:t>Sub Point 1</a:t>
            </a:r>
          </a:p>
          <a:p>
            <a:pPr lvl="1"/>
            <a:r>
              <a:rPr lang="en-US" sz="1800" dirty="0"/>
              <a:t>Sub Point 2</a:t>
            </a:r>
          </a:p>
          <a:p>
            <a:pPr lvl="1"/>
            <a:r>
              <a:rPr lang="en-US" sz="1800" dirty="0"/>
              <a:t>Sub Point 3</a:t>
            </a:r>
          </a:p>
          <a:p>
            <a:r>
              <a:rPr lang="en-US" sz="2200" dirty="0"/>
              <a:t>Point3</a:t>
            </a:r>
          </a:p>
          <a:p>
            <a:r>
              <a:rPr lang="en-US" sz="2200" dirty="0"/>
              <a:t>Point4</a:t>
            </a:r>
          </a:p>
          <a:p>
            <a:r>
              <a:rPr lang="en-US" sz="2200" dirty="0"/>
              <a:t>Point5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" y="2223535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048708" y="1541602"/>
            <a:ext cx="7578610" cy="4628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Purpose, Target Audience &amp; Value of the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200" b="1" dirty="0">
                <a:solidFill>
                  <a:schemeClr val="tx1"/>
                </a:solidFill>
              </a:rPr>
              <a:t>Purpose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Analyze the Stack Overflow Developer Survey to identify current and future in-demand technology skills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Support strategic business decisions for a global IT and technology consulting firm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Target Audience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Technology leaders, hiring managers, and strategic decision-makers within the organization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Key Questions Addressed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Which programming languages, databases, and IDEs are most in demand today?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What technologies are developers planning to adopt in the near future?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What are the demographic characteristics of the global developer community?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Value of This Analysis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Enables data-driven hiring, training, and technology investment strategies for 2026 and beyond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Data sources, Data collection &amp; Data wrangling steps</a:t>
            </a:r>
          </a:p>
          <a:p>
            <a:r>
              <a:rPr lang="en-US" sz="2200" dirty="0"/>
              <a:t>Point1</a:t>
            </a:r>
          </a:p>
          <a:p>
            <a:r>
              <a:rPr lang="en-US" sz="2200" dirty="0"/>
              <a:t>Point2</a:t>
            </a:r>
          </a:p>
          <a:p>
            <a:r>
              <a:rPr lang="en-US" sz="2200" dirty="0"/>
              <a:t>Point3</a:t>
            </a:r>
          </a:p>
          <a:p>
            <a:r>
              <a:rPr lang="en-US" sz="2200" dirty="0"/>
              <a:t>Point4</a:t>
            </a:r>
          </a:p>
          <a:p>
            <a:pPr lvl="1"/>
            <a:r>
              <a:rPr lang="en-US" sz="2200" dirty="0"/>
              <a:t>Sub Point1</a:t>
            </a:r>
          </a:p>
          <a:p>
            <a:pPr lvl="1"/>
            <a:r>
              <a:rPr lang="en-US" sz="2200" dirty="0"/>
              <a:t>Sub Point2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lang="en-US" sz="2400" dirty="0"/>
              <a:t>&lt;Please present your results in the following slides.&gt;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/>
              <a:t>In Module 1 you have collected the job posting data using Job API in a file named “</a:t>
            </a:r>
            <a:r>
              <a:rPr lang="en-IN" sz="2400"/>
              <a:t>job-postings.xlsx</a:t>
            </a:r>
            <a:r>
              <a:rPr lang="en-US" sz="2200"/>
              <a:t>”. Present that data using a bar chart here. Order the bar chart in the descending order of the number of job postings.</a:t>
            </a: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/>
              <a:t>In Module 1 you have collected the job postings data using web scraping in a file named “</a:t>
            </a:r>
            <a:r>
              <a:rPr lang="en-IN" sz="2400"/>
              <a:t>popular-languages.csv</a:t>
            </a:r>
            <a:r>
              <a:rPr lang="en-US" sz="2200"/>
              <a:t>”. Present that data using a bar chart here. Order the bar chart in the descending order of salary.</a:t>
            </a: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current year goes here.&gt;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programming languages for the next year goes here.&gt;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current year goes here 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next year goes here.&gt;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&lt;Please present your dashboard in the following slides.&gt;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1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key insights shown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2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future trends.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3 goes here</a:t>
            </a:r>
          </a:p>
          <a:p>
            <a:r>
              <a:rPr lang="en-US" dirty="0"/>
              <a:t>Dashboard Insight</a:t>
            </a:r>
          </a:p>
          <a:p>
            <a:r>
              <a:rPr lang="en-IN" dirty="0"/>
              <a:t>Summarize demographic insights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/>
          <a:lstStyle/>
          <a:p>
            <a:r>
              <a:rPr lang="en-US" dirty="0"/>
              <a:t>Discuss overall insights derived from dashboards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Point 1</a:t>
            </a:r>
          </a:p>
          <a:p>
            <a:r>
              <a:rPr lang="en-US"/>
              <a:t>Point 2</a:t>
            </a:r>
          </a:p>
          <a:p>
            <a:r>
              <a:rPr lang="en-US"/>
              <a:t>Point 3</a:t>
            </a:r>
          </a:p>
          <a:p>
            <a:r>
              <a:rPr lang="en-US"/>
              <a:t>Point 4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Include any relevant additional charts, or tables that you may have created during the analysis phase.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536</Words>
  <Application>Microsoft Office PowerPoint</Application>
  <PresentationFormat>Panorámica</PresentationFormat>
  <Paragraphs>122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Emerging Technology Trends: Insights from the Stack Overflow Developer Survey 2026</vt:lpstr>
      <vt:lpstr>Presentación de PowerPoint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Jaiverth Adrian Tovar Lozada</cp:lastModifiedBy>
  <cp:revision>6</cp:revision>
  <dcterms:created xsi:type="dcterms:W3CDTF">2024-10-30T05:40:03Z</dcterms:created>
  <dcterms:modified xsi:type="dcterms:W3CDTF">2026-03-22T15:03:04Z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